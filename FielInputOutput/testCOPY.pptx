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34" autoAdjust="0"/>
    <p:restoredTop sz="94660"/>
  </p:normalViewPr>
  <p:slideViewPr>
    <p:cSldViewPr snapToGrid="0">
      <p:cViewPr varScale="1">
        <p:scale>
          <a:sx n="68" d="100"/>
          <a:sy n="68" d="100"/>
        </p:scale>
        <p:origin x="84" y="2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D3F28-BE42-48E8-8F10-9999FFAAEE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ACABB61-F0D7-4BB9-B75D-0B24ECD2D1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029BA32-45D7-45FA-806D-C05652AC4882}"/>
              </a:ext>
            </a:extLst>
          </p:cNvPr>
          <p:cNvSpPr>
            <a:spLocks noGrp="1"/>
          </p:cNvSpPr>
          <p:nvPr>
            <p:ph type="dt" sz="half" idx="10"/>
          </p:nvPr>
        </p:nvSpPr>
        <p:spPr/>
        <p:txBody>
          <a:bodyPr/>
          <a:lstStyle/>
          <a:p>
            <a:fld id="{102CF088-CEFA-45BE-970B-96396692E2C7}" type="datetimeFigureOut">
              <a:rPr lang="en-US" smtClean="0"/>
              <a:t>3/16/2020</a:t>
            </a:fld>
            <a:endParaRPr lang="en-US"/>
          </a:p>
        </p:txBody>
      </p:sp>
      <p:sp>
        <p:nvSpPr>
          <p:cNvPr id="5" name="Footer Placeholder 4">
            <a:extLst>
              <a:ext uri="{FF2B5EF4-FFF2-40B4-BE49-F238E27FC236}">
                <a16:creationId xmlns:a16="http://schemas.microsoft.com/office/drawing/2014/main" id="{881138AC-23B7-44B2-A18D-A26CDFF6DD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5D9BB2-5723-4B4C-83DB-F7956486604D}"/>
              </a:ext>
            </a:extLst>
          </p:cNvPr>
          <p:cNvSpPr>
            <a:spLocks noGrp="1"/>
          </p:cNvSpPr>
          <p:nvPr>
            <p:ph type="sldNum" sz="quarter" idx="12"/>
          </p:nvPr>
        </p:nvSpPr>
        <p:spPr/>
        <p:txBody>
          <a:bodyPr/>
          <a:lstStyle/>
          <a:p>
            <a:fld id="{C29F7DA4-7320-473C-A436-414EC3A7962C}" type="slidenum">
              <a:rPr lang="en-US" smtClean="0"/>
              <a:t>‹#›</a:t>
            </a:fld>
            <a:endParaRPr lang="en-US"/>
          </a:p>
        </p:txBody>
      </p:sp>
    </p:spTree>
    <p:extLst>
      <p:ext uri="{BB962C8B-B14F-4D97-AF65-F5344CB8AC3E}">
        <p14:creationId xmlns:p14="http://schemas.microsoft.com/office/powerpoint/2010/main" val="3194173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01D297-BBD6-45F8-A82A-891387B402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76BDEFC-49D6-4B6B-A689-D769086CFFA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42F221-2524-4C43-AEF5-6D3DB7708C5D}"/>
              </a:ext>
            </a:extLst>
          </p:cNvPr>
          <p:cNvSpPr>
            <a:spLocks noGrp="1"/>
          </p:cNvSpPr>
          <p:nvPr>
            <p:ph type="dt" sz="half" idx="10"/>
          </p:nvPr>
        </p:nvSpPr>
        <p:spPr/>
        <p:txBody>
          <a:bodyPr/>
          <a:lstStyle/>
          <a:p>
            <a:fld id="{102CF088-CEFA-45BE-970B-96396692E2C7}" type="datetimeFigureOut">
              <a:rPr lang="en-US" smtClean="0"/>
              <a:t>3/16/2020</a:t>
            </a:fld>
            <a:endParaRPr lang="en-US"/>
          </a:p>
        </p:txBody>
      </p:sp>
      <p:sp>
        <p:nvSpPr>
          <p:cNvPr id="5" name="Footer Placeholder 4">
            <a:extLst>
              <a:ext uri="{FF2B5EF4-FFF2-40B4-BE49-F238E27FC236}">
                <a16:creationId xmlns:a16="http://schemas.microsoft.com/office/drawing/2014/main" id="{611D9F6A-49AC-4ADC-B2C4-590622FBB1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30E641-F2CE-48AB-87C1-BB67AC1930FC}"/>
              </a:ext>
            </a:extLst>
          </p:cNvPr>
          <p:cNvSpPr>
            <a:spLocks noGrp="1"/>
          </p:cNvSpPr>
          <p:nvPr>
            <p:ph type="sldNum" sz="quarter" idx="12"/>
          </p:nvPr>
        </p:nvSpPr>
        <p:spPr/>
        <p:txBody>
          <a:bodyPr/>
          <a:lstStyle/>
          <a:p>
            <a:fld id="{C29F7DA4-7320-473C-A436-414EC3A7962C}" type="slidenum">
              <a:rPr lang="en-US" smtClean="0"/>
              <a:t>‹#›</a:t>
            </a:fld>
            <a:endParaRPr lang="en-US"/>
          </a:p>
        </p:txBody>
      </p:sp>
    </p:spTree>
    <p:extLst>
      <p:ext uri="{BB962C8B-B14F-4D97-AF65-F5344CB8AC3E}">
        <p14:creationId xmlns:p14="http://schemas.microsoft.com/office/powerpoint/2010/main" val="3590421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FBBCD0-55F4-40DE-9A1C-1AC5015819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45157CC-B8C4-4521-BF8C-066A887815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6C342B-9200-4524-B921-E00DEA98412D}"/>
              </a:ext>
            </a:extLst>
          </p:cNvPr>
          <p:cNvSpPr>
            <a:spLocks noGrp="1"/>
          </p:cNvSpPr>
          <p:nvPr>
            <p:ph type="dt" sz="half" idx="10"/>
          </p:nvPr>
        </p:nvSpPr>
        <p:spPr/>
        <p:txBody>
          <a:bodyPr/>
          <a:lstStyle/>
          <a:p>
            <a:fld id="{102CF088-CEFA-45BE-970B-96396692E2C7}" type="datetimeFigureOut">
              <a:rPr lang="en-US" smtClean="0"/>
              <a:t>3/16/2020</a:t>
            </a:fld>
            <a:endParaRPr lang="en-US"/>
          </a:p>
        </p:txBody>
      </p:sp>
      <p:sp>
        <p:nvSpPr>
          <p:cNvPr id="5" name="Footer Placeholder 4">
            <a:extLst>
              <a:ext uri="{FF2B5EF4-FFF2-40B4-BE49-F238E27FC236}">
                <a16:creationId xmlns:a16="http://schemas.microsoft.com/office/drawing/2014/main" id="{4089288D-2DA2-4D3A-A760-971AFC2272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877A60-6C01-4350-B8B1-1DB3F1AA1E4A}"/>
              </a:ext>
            </a:extLst>
          </p:cNvPr>
          <p:cNvSpPr>
            <a:spLocks noGrp="1"/>
          </p:cNvSpPr>
          <p:nvPr>
            <p:ph type="sldNum" sz="quarter" idx="12"/>
          </p:nvPr>
        </p:nvSpPr>
        <p:spPr/>
        <p:txBody>
          <a:bodyPr/>
          <a:lstStyle/>
          <a:p>
            <a:fld id="{C29F7DA4-7320-473C-A436-414EC3A7962C}" type="slidenum">
              <a:rPr lang="en-US" smtClean="0"/>
              <a:t>‹#›</a:t>
            </a:fld>
            <a:endParaRPr lang="en-US"/>
          </a:p>
        </p:txBody>
      </p:sp>
    </p:spTree>
    <p:extLst>
      <p:ext uri="{BB962C8B-B14F-4D97-AF65-F5344CB8AC3E}">
        <p14:creationId xmlns:p14="http://schemas.microsoft.com/office/powerpoint/2010/main" val="10927615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8C9D6-A2EA-484F-8A8D-39E359B04C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735D4D-2655-4CAF-86C8-075D579F2D5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FD847B8-3541-4786-B452-57A860EFF0F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7847CE1-3DF7-42D6-985F-DB9E822A1AC6}"/>
              </a:ext>
            </a:extLst>
          </p:cNvPr>
          <p:cNvSpPr>
            <a:spLocks noGrp="1"/>
          </p:cNvSpPr>
          <p:nvPr>
            <p:ph type="dt" sz="half" idx="10"/>
          </p:nvPr>
        </p:nvSpPr>
        <p:spPr/>
        <p:txBody>
          <a:bodyPr/>
          <a:lstStyle/>
          <a:p>
            <a:fld id="{102CF088-CEFA-45BE-970B-96396692E2C7}" type="datetimeFigureOut">
              <a:rPr lang="en-US" smtClean="0"/>
              <a:t>3/16/2020</a:t>
            </a:fld>
            <a:endParaRPr lang="en-US"/>
          </a:p>
        </p:txBody>
      </p:sp>
      <p:sp>
        <p:nvSpPr>
          <p:cNvPr id="6" name="Footer Placeholder 5">
            <a:extLst>
              <a:ext uri="{FF2B5EF4-FFF2-40B4-BE49-F238E27FC236}">
                <a16:creationId xmlns:a16="http://schemas.microsoft.com/office/drawing/2014/main" id="{D70E504D-71A9-41E6-9E69-E928F984E6E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E4EE4A-FE83-4707-A65C-3E7045DF35EF}"/>
              </a:ext>
            </a:extLst>
          </p:cNvPr>
          <p:cNvSpPr>
            <a:spLocks noGrp="1"/>
          </p:cNvSpPr>
          <p:nvPr>
            <p:ph type="sldNum" sz="quarter" idx="12"/>
          </p:nvPr>
        </p:nvSpPr>
        <p:spPr/>
        <p:txBody>
          <a:bodyPr/>
          <a:lstStyle/>
          <a:p>
            <a:fld id="{C29F7DA4-7320-473C-A436-414EC3A7962C}" type="slidenum">
              <a:rPr lang="en-US" smtClean="0"/>
              <a:t>‹#›</a:t>
            </a:fld>
            <a:endParaRPr lang="en-US"/>
          </a:p>
        </p:txBody>
      </p:sp>
    </p:spTree>
    <p:extLst>
      <p:ext uri="{BB962C8B-B14F-4D97-AF65-F5344CB8AC3E}">
        <p14:creationId xmlns:p14="http://schemas.microsoft.com/office/powerpoint/2010/main" val="7432746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C5D83-42EB-4F2E-91B2-21E642CBFF9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11815A3-2CAD-4CFE-BA3E-79CE11BFF8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05D06DC-8909-40F2-AFFB-3427B1A98C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DE6AE3C-801C-4C71-9A85-691ED2B00C8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96EE31-2EE8-4954-B190-142F15A80A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AC50847-F55C-462C-A024-ABE4858683A1}"/>
              </a:ext>
            </a:extLst>
          </p:cNvPr>
          <p:cNvSpPr>
            <a:spLocks noGrp="1"/>
          </p:cNvSpPr>
          <p:nvPr>
            <p:ph type="dt" sz="half" idx="10"/>
          </p:nvPr>
        </p:nvSpPr>
        <p:spPr/>
        <p:txBody>
          <a:bodyPr/>
          <a:lstStyle/>
          <a:p>
            <a:fld id="{102CF088-CEFA-45BE-970B-96396692E2C7}" type="datetimeFigureOut">
              <a:rPr lang="en-US" smtClean="0"/>
              <a:t>3/16/2020</a:t>
            </a:fld>
            <a:endParaRPr lang="en-US"/>
          </a:p>
        </p:txBody>
      </p:sp>
      <p:sp>
        <p:nvSpPr>
          <p:cNvPr id="8" name="Footer Placeholder 7">
            <a:extLst>
              <a:ext uri="{FF2B5EF4-FFF2-40B4-BE49-F238E27FC236}">
                <a16:creationId xmlns:a16="http://schemas.microsoft.com/office/drawing/2014/main" id="{CA42D87D-372B-48FB-BC6A-6223C3CA916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DCE0C6-75AA-4D6E-BF66-99E07DDB2F17}"/>
              </a:ext>
            </a:extLst>
          </p:cNvPr>
          <p:cNvSpPr>
            <a:spLocks noGrp="1"/>
          </p:cNvSpPr>
          <p:nvPr>
            <p:ph type="sldNum" sz="quarter" idx="12"/>
          </p:nvPr>
        </p:nvSpPr>
        <p:spPr/>
        <p:txBody>
          <a:bodyPr/>
          <a:lstStyle/>
          <a:p>
            <a:fld id="{C29F7DA4-7320-473C-A436-414EC3A7962C}" type="slidenum">
              <a:rPr lang="en-US" smtClean="0"/>
              <a:t>‹#›</a:t>
            </a:fld>
            <a:endParaRPr lang="en-US"/>
          </a:p>
        </p:txBody>
      </p:sp>
    </p:spTree>
    <p:extLst>
      <p:ext uri="{BB962C8B-B14F-4D97-AF65-F5344CB8AC3E}">
        <p14:creationId xmlns:p14="http://schemas.microsoft.com/office/powerpoint/2010/main" val="29422799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B10E2-4A79-4546-89E4-65C5D8EF9A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36B44E-B9E6-463F-A50F-9ABA2B919EA9}"/>
              </a:ext>
            </a:extLst>
          </p:cNvPr>
          <p:cNvSpPr>
            <a:spLocks noGrp="1"/>
          </p:cNvSpPr>
          <p:nvPr>
            <p:ph type="dt" sz="half" idx="10"/>
          </p:nvPr>
        </p:nvSpPr>
        <p:spPr/>
        <p:txBody>
          <a:bodyPr/>
          <a:lstStyle/>
          <a:p>
            <a:fld id="{102CF088-CEFA-45BE-970B-96396692E2C7}" type="datetimeFigureOut">
              <a:rPr lang="en-US" smtClean="0"/>
              <a:t>3/16/2020</a:t>
            </a:fld>
            <a:endParaRPr lang="en-US"/>
          </a:p>
        </p:txBody>
      </p:sp>
      <p:sp>
        <p:nvSpPr>
          <p:cNvPr id="4" name="Footer Placeholder 3">
            <a:extLst>
              <a:ext uri="{FF2B5EF4-FFF2-40B4-BE49-F238E27FC236}">
                <a16:creationId xmlns:a16="http://schemas.microsoft.com/office/drawing/2014/main" id="{C4F0AE8F-170F-4206-84B2-438515D7AA8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64391DB-8857-43C4-AD2F-A8CFE0D31D68}"/>
              </a:ext>
            </a:extLst>
          </p:cNvPr>
          <p:cNvSpPr>
            <a:spLocks noGrp="1"/>
          </p:cNvSpPr>
          <p:nvPr>
            <p:ph type="sldNum" sz="quarter" idx="12"/>
          </p:nvPr>
        </p:nvSpPr>
        <p:spPr/>
        <p:txBody>
          <a:bodyPr/>
          <a:lstStyle/>
          <a:p>
            <a:fld id="{C29F7DA4-7320-473C-A436-414EC3A7962C}" type="slidenum">
              <a:rPr lang="en-US" smtClean="0"/>
              <a:t>‹#›</a:t>
            </a:fld>
            <a:endParaRPr lang="en-US"/>
          </a:p>
        </p:txBody>
      </p:sp>
    </p:spTree>
    <p:extLst>
      <p:ext uri="{BB962C8B-B14F-4D97-AF65-F5344CB8AC3E}">
        <p14:creationId xmlns:p14="http://schemas.microsoft.com/office/powerpoint/2010/main" val="10049100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4F7B440-67AA-4D5D-A705-E8C4A289E2FF}"/>
              </a:ext>
            </a:extLst>
          </p:cNvPr>
          <p:cNvSpPr>
            <a:spLocks noGrp="1"/>
          </p:cNvSpPr>
          <p:nvPr>
            <p:ph type="dt" sz="half" idx="10"/>
          </p:nvPr>
        </p:nvSpPr>
        <p:spPr/>
        <p:txBody>
          <a:bodyPr/>
          <a:lstStyle/>
          <a:p>
            <a:fld id="{102CF088-CEFA-45BE-970B-96396692E2C7}" type="datetimeFigureOut">
              <a:rPr lang="en-US" smtClean="0"/>
              <a:t>3/16/2020</a:t>
            </a:fld>
            <a:endParaRPr lang="en-US"/>
          </a:p>
        </p:txBody>
      </p:sp>
      <p:sp>
        <p:nvSpPr>
          <p:cNvPr id="3" name="Footer Placeholder 2">
            <a:extLst>
              <a:ext uri="{FF2B5EF4-FFF2-40B4-BE49-F238E27FC236}">
                <a16:creationId xmlns:a16="http://schemas.microsoft.com/office/drawing/2014/main" id="{E0D7E746-BF33-42D3-8EA9-22F3854C3B7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F4DA65E-6F4B-4F33-838E-9DB1248B1F4E}"/>
              </a:ext>
            </a:extLst>
          </p:cNvPr>
          <p:cNvSpPr>
            <a:spLocks noGrp="1"/>
          </p:cNvSpPr>
          <p:nvPr>
            <p:ph type="sldNum" sz="quarter" idx="12"/>
          </p:nvPr>
        </p:nvSpPr>
        <p:spPr/>
        <p:txBody>
          <a:bodyPr/>
          <a:lstStyle/>
          <a:p>
            <a:fld id="{C29F7DA4-7320-473C-A436-414EC3A7962C}" type="slidenum">
              <a:rPr lang="en-US" smtClean="0"/>
              <a:t>‹#›</a:t>
            </a:fld>
            <a:endParaRPr lang="en-US"/>
          </a:p>
        </p:txBody>
      </p:sp>
    </p:spTree>
    <p:extLst>
      <p:ext uri="{BB962C8B-B14F-4D97-AF65-F5344CB8AC3E}">
        <p14:creationId xmlns:p14="http://schemas.microsoft.com/office/powerpoint/2010/main" val="7664770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5008E-5772-4430-B2D5-FF900DB1378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18BFA69-FDB4-483A-91CE-679557C0B1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B9CCEF4-79F8-4314-BB0F-0923EF2EDA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4BA5402-A691-447C-85A6-11703959B659}"/>
              </a:ext>
            </a:extLst>
          </p:cNvPr>
          <p:cNvSpPr>
            <a:spLocks noGrp="1"/>
          </p:cNvSpPr>
          <p:nvPr>
            <p:ph type="dt" sz="half" idx="10"/>
          </p:nvPr>
        </p:nvSpPr>
        <p:spPr/>
        <p:txBody>
          <a:bodyPr/>
          <a:lstStyle/>
          <a:p>
            <a:fld id="{102CF088-CEFA-45BE-970B-96396692E2C7}" type="datetimeFigureOut">
              <a:rPr lang="en-US" smtClean="0"/>
              <a:t>3/16/2020</a:t>
            </a:fld>
            <a:endParaRPr lang="en-US"/>
          </a:p>
        </p:txBody>
      </p:sp>
      <p:sp>
        <p:nvSpPr>
          <p:cNvPr id="6" name="Footer Placeholder 5">
            <a:extLst>
              <a:ext uri="{FF2B5EF4-FFF2-40B4-BE49-F238E27FC236}">
                <a16:creationId xmlns:a16="http://schemas.microsoft.com/office/drawing/2014/main" id="{BB07F223-E61A-48F3-9EBF-8B99CB40FC8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622CB1-F724-440D-9484-D945EE32C0D0}"/>
              </a:ext>
            </a:extLst>
          </p:cNvPr>
          <p:cNvSpPr>
            <a:spLocks noGrp="1"/>
          </p:cNvSpPr>
          <p:nvPr>
            <p:ph type="sldNum" sz="quarter" idx="12"/>
          </p:nvPr>
        </p:nvSpPr>
        <p:spPr/>
        <p:txBody>
          <a:bodyPr/>
          <a:lstStyle/>
          <a:p>
            <a:fld id="{C29F7DA4-7320-473C-A436-414EC3A7962C}" type="slidenum">
              <a:rPr lang="en-US" smtClean="0"/>
              <a:t>‹#›</a:t>
            </a:fld>
            <a:endParaRPr lang="en-US"/>
          </a:p>
        </p:txBody>
      </p:sp>
    </p:spTree>
    <p:extLst>
      <p:ext uri="{BB962C8B-B14F-4D97-AF65-F5344CB8AC3E}">
        <p14:creationId xmlns:p14="http://schemas.microsoft.com/office/powerpoint/2010/main" val="2561390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C4905B-1262-4C1F-958C-FC99EB2D29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ED1D589-5125-497D-8D95-D96CF5DEB37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3B645D3-1B2C-489F-886E-EEF0351B8E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D248E0-A41F-46C0-98BD-9A58CD29AA08}"/>
              </a:ext>
            </a:extLst>
          </p:cNvPr>
          <p:cNvSpPr>
            <a:spLocks noGrp="1"/>
          </p:cNvSpPr>
          <p:nvPr>
            <p:ph type="dt" sz="half" idx="10"/>
          </p:nvPr>
        </p:nvSpPr>
        <p:spPr/>
        <p:txBody>
          <a:bodyPr/>
          <a:lstStyle/>
          <a:p>
            <a:fld id="{102CF088-CEFA-45BE-970B-96396692E2C7}" type="datetimeFigureOut">
              <a:rPr lang="en-US" smtClean="0"/>
              <a:t>3/16/2020</a:t>
            </a:fld>
            <a:endParaRPr lang="en-US"/>
          </a:p>
        </p:txBody>
      </p:sp>
      <p:sp>
        <p:nvSpPr>
          <p:cNvPr id="6" name="Footer Placeholder 5">
            <a:extLst>
              <a:ext uri="{FF2B5EF4-FFF2-40B4-BE49-F238E27FC236}">
                <a16:creationId xmlns:a16="http://schemas.microsoft.com/office/drawing/2014/main" id="{A06D821E-6BD2-46B8-995E-239B9DCD5AA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8C0663-148F-4C45-B299-A7855F442C3B}"/>
              </a:ext>
            </a:extLst>
          </p:cNvPr>
          <p:cNvSpPr>
            <a:spLocks noGrp="1"/>
          </p:cNvSpPr>
          <p:nvPr>
            <p:ph type="sldNum" sz="quarter" idx="12"/>
          </p:nvPr>
        </p:nvSpPr>
        <p:spPr/>
        <p:txBody>
          <a:bodyPr/>
          <a:lstStyle/>
          <a:p>
            <a:fld id="{C29F7DA4-7320-473C-A436-414EC3A7962C}" type="slidenum">
              <a:rPr lang="en-US" smtClean="0"/>
              <a:t>‹#›</a:t>
            </a:fld>
            <a:endParaRPr lang="en-US"/>
          </a:p>
        </p:txBody>
      </p:sp>
    </p:spTree>
    <p:extLst>
      <p:ext uri="{BB962C8B-B14F-4D97-AF65-F5344CB8AC3E}">
        <p14:creationId xmlns:p14="http://schemas.microsoft.com/office/powerpoint/2010/main" val="25430797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56A415-CF23-4C7A-B04C-7EFE34E95C5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B62D578-35C8-4646-99DF-8163116D4C1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9D0E25-CD44-4E39-8F20-4BDF6D4391B4}"/>
              </a:ext>
            </a:extLst>
          </p:cNvPr>
          <p:cNvSpPr>
            <a:spLocks noGrp="1"/>
          </p:cNvSpPr>
          <p:nvPr>
            <p:ph type="dt" sz="half" idx="10"/>
          </p:nvPr>
        </p:nvSpPr>
        <p:spPr/>
        <p:txBody>
          <a:bodyPr/>
          <a:lstStyle/>
          <a:p>
            <a:fld id="{102CF088-CEFA-45BE-970B-96396692E2C7}" type="datetimeFigureOut">
              <a:rPr lang="en-US" smtClean="0"/>
              <a:t>3/16/2020</a:t>
            </a:fld>
            <a:endParaRPr lang="en-US"/>
          </a:p>
        </p:txBody>
      </p:sp>
      <p:sp>
        <p:nvSpPr>
          <p:cNvPr id="5" name="Footer Placeholder 4">
            <a:extLst>
              <a:ext uri="{FF2B5EF4-FFF2-40B4-BE49-F238E27FC236}">
                <a16:creationId xmlns:a16="http://schemas.microsoft.com/office/drawing/2014/main" id="{DF5823A6-43B2-4CC8-9A28-B0F302CE96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CD3322-78EC-4179-AA3D-BAF8B8A7F15D}"/>
              </a:ext>
            </a:extLst>
          </p:cNvPr>
          <p:cNvSpPr>
            <a:spLocks noGrp="1"/>
          </p:cNvSpPr>
          <p:nvPr>
            <p:ph type="sldNum" sz="quarter" idx="12"/>
          </p:nvPr>
        </p:nvSpPr>
        <p:spPr/>
        <p:txBody>
          <a:bodyPr/>
          <a:lstStyle/>
          <a:p>
            <a:fld id="{C29F7DA4-7320-473C-A436-414EC3A7962C}" type="slidenum">
              <a:rPr lang="en-US" smtClean="0"/>
              <a:t>‹#›</a:t>
            </a:fld>
            <a:endParaRPr lang="en-US"/>
          </a:p>
        </p:txBody>
      </p:sp>
    </p:spTree>
    <p:extLst>
      <p:ext uri="{BB962C8B-B14F-4D97-AF65-F5344CB8AC3E}">
        <p14:creationId xmlns:p14="http://schemas.microsoft.com/office/powerpoint/2010/main" val="25990316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CCFA5A2-DBE0-42E4-9620-5C14745993E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0F96513-0980-44D4-BAA9-57205E2CF01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C7A156-D984-46CB-9444-C578DE7A87AC}"/>
              </a:ext>
            </a:extLst>
          </p:cNvPr>
          <p:cNvSpPr>
            <a:spLocks noGrp="1"/>
          </p:cNvSpPr>
          <p:nvPr>
            <p:ph type="dt" sz="half" idx="10"/>
          </p:nvPr>
        </p:nvSpPr>
        <p:spPr/>
        <p:txBody>
          <a:bodyPr/>
          <a:lstStyle/>
          <a:p>
            <a:fld id="{102CF088-CEFA-45BE-970B-96396692E2C7}" type="datetimeFigureOut">
              <a:rPr lang="en-US" smtClean="0"/>
              <a:t>3/16/2020</a:t>
            </a:fld>
            <a:endParaRPr lang="en-US"/>
          </a:p>
        </p:txBody>
      </p:sp>
      <p:sp>
        <p:nvSpPr>
          <p:cNvPr id="5" name="Footer Placeholder 4">
            <a:extLst>
              <a:ext uri="{FF2B5EF4-FFF2-40B4-BE49-F238E27FC236}">
                <a16:creationId xmlns:a16="http://schemas.microsoft.com/office/drawing/2014/main" id="{B32566DC-7092-4751-9FB5-A7894EA3CB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95CC7E-B4B5-43D6-BE90-B06A142F282E}"/>
              </a:ext>
            </a:extLst>
          </p:cNvPr>
          <p:cNvSpPr>
            <a:spLocks noGrp="1"/>
          </p:cNvSpPr>
          <p:nvPr>
            <p:ph type="sldNum" sz="quarter" idx="12"/>
          </p:nvPr>
        </p:nvSpPr>
        <p:spPr/>
        <p:txBody>
          <a:bodyPr/>
          <a:lstStyle/>
          <a:p>
            <a:fld id="{C29F7DA4-7320-473C-A436-414EC3A7962C}" type="slidenum">
              <a:rPr lang="en-US" smtClean="0"/>
              <a:t>‹#›</a:t>
            </a:fld>
            <a:endParaRPr lang="en-US"/>
          </a:p>
        </p:txBody>
      </p:sp>
    </p:spTree>
    <p:extLst>
      <p:ext uri="{BB962C8B-B14F-4D97-AF65-F5344CB8AC3E}">
        <p14:creationId xmlns:p14="http://schemas.microsoft.com/office/powerpoint/2010/main" val="2513418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BE83BB-6EFF-4960-98D2-0B1DE05443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99CE8ED-7B2D-4447-80E2-FFDA7ADE5FB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8600C3B-51A2-416B-A3CF-39D148A765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02CF088-CEFA-45BE-970B-96396692E2C7}" type="datetimeFigureOut">
              <a:rPr lang="en-US" smtClean="0"/>
              <a:t>3/16/2020</a:t>
            </a:fld>
            <a:endParaRPr lang="en-US"/>
          </a:p>
        </p:txBody>
      </p:sp>
      <p:sp>
        <p:nvSpPr>
          <p:cNvPr id="5" name="Footer Placeholder 4">
            <a:extLst>
              <a:ext uri="{FF2B5EF4-FFF2-40B4-BE49-F238E27FC236}">
                <a16:creationId xmlns:a16="http://schemas.microsoft.com/office/drawing/2014/main" id="{396980A0-4D73-4029-8AC2-9E339498631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0033E91-5684-4BAF-8098-F3D6DBA48A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29F7DA4-7320-473C-A436-414EC3A7962C}" type="slidenum">
              <a:rPr lang="en-US" smtClean="0"/>
              <a:t>‹#›</a:t>
            </a:fld>
            <a:endParaRPr lang="en-US"/>
          </a:p>
        </p:txBody>
      </p:sp>
    </p:spTree>
    <p:extLst>
      <p:ext uri="{BB962C8B-B14F-4D97-AF65-F5344CB8AC3E}">
        <p14:creationId xmlns:p14="http://schemas.microsoft.com/office/powerpoint/2010/main" val="95074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FB55CA-FDB0-4C03-BE45-867ADCFE0EC1}"/>
              </a:ext>
            </a:extLst>
          </p:cNvPr>
          <p:cNvSpPr txBox="1"/>
          <p:nvPr/>
        </p:nvSpPr>
        <p:spPr>
          <a:xfrm>
            <a:off x="436099" y="1069145"/>
            <a:ext cx="11057206" cy="3416320"/>
          </a:xfrm>
          <a:prstGeom prst="rect">
            <a:avLst/>
          </a:prstGeom>
          <a:noFill/>
        </p:spPr>
        <p:txBody>
          <a:bodyPr wrap="square" rtlCol="0">
            <a:spAutoFit/>
          </a:bodyPr>
          <a:lstStyle/>
          <a:p>
            <a:pPr algn="just"/>
            <a:r>
              <a:rPr lang="en-US" dirty="0"/>
              <a:t>The relational model means that the logical data structures—the data tables, views, and indexes—are separate from the physical storage structures. This separation means that database administrators can manage physical data storage without affecting access to that data as a logical structure. For example, renaming a database file does not rename the tables stored within it.</a:t>
            </a:r>
          </a:p>
          <a:p>
            <a:pPr algn="just"/>
            <a:r>
              <a:rPr lang="en-US" dirty="0"/>
              <a:t>The distinction between logical and physical also applies to database operations, which are clearly defined actions that enable applications to manipulate the data and structures of the database. Logical operations allow an application to specify the content it needs, and physical operations determine how that data should be accessed and then carries out the task.</a:t>
            </a:r>
          </a:p>
          <a:p>
            <a:pPr algn="just"/>
            <a:r>
              <a:rPr lang="en-US" dirty="0"/>
              <a:t>To ensure that data is always accurate and accessible, relational databases follow certain integrity rules. For example, an integrity rule can specify that duplicate rows are not allowed in a table in order to eliminate the potential for erroneous information entering the database.</a:t>
            </a:r>
          </a:p>
          <a:p>
            <a:pPr algn="just"/>
            <a:endParaRPr lang="en-US" dirty="0"/>
          </a:p>
        </p:txBody>
      </p:sp>
    </p:spTree>
    <p:extLst>
      <p:ext uri="{BB962C8B-B14F-4D97-AF65-F5344CB8AC3E}">
        <p14:creationId xmlns:p14="http://schemas.microsoft.com/office/powerpoint/2010/main" val="189015204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171</Words>
  <Application>Microsoft Office PowerPoint</Application>
  <PresentationFormat>Widescreen</PresentationFormat>
  <Paragraphs>3</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Myat Thiha</dc:creator>
  <cp:lastModifiedBy>Myat Thiha</cp:lastModifiedBy>
  <cp:revision>1</cp:revision>
  <dcterms:created xsi:type="dcterms:W3CDTF">2020-03-16T04:05:46Z</dcterms:created>
  <dcterms:modified xsi:type="dcterms:W3CDTF">2020-03-16T04:07:42Z</dcterms:modified>
</cp:coreProperties>
</file>